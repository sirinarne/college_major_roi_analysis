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6"/>
    <p:restoredTop sz="94647"/>
  </p:normalViewPr>
  <p:slideViewPr>
    <p:cSldViewPr snapToGrid="0" snapToObjects="1">
      <p:cViewPr varScale="1">
        <p:scale>
          <a:sx n="126" d="100"/>
          <a:sy n="126" d="100"/>
        </p:scale>
        <p:origin x="22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11/relationships/webextension" Target="../webextensions/webextension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1C198559-B0EB-5BAB-A11B-44F8B40A226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-190500"/>
              <a:ext cx="12192000" cy="7239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1C198559-B0EB-5BAB-A11B-44F8B40A22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0" y="-190500"/>
                <a:ext cx="12192000" cy="723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9915a72-9172-456f-920c-0306005f4389}">
  <we:reference id="WA200003233" version="2.0.0.3" store="en-US" storeType="OMEX"/>
  <we:alternateReferences/>
  <we:properties>
    <we:property name="Microsoft.Office.CampaignId" value="&quot;none&quot;"/>
    <we:property name="reportUrl" value="&quot;/groups/me/reports/61231a70-cda9-452e-a1ae-87cf48a9e56d/104e6e6ebbc17dad530c?bookmarkGuid=97e53240-4589-402f-a964-352753bc6132&amp;bookmarkUsage=1&amp;ctid=7b3480c7-3707-4873-8b77-e216733a65ac&amp;fromEntryPoint=export&quot;"/>
    <we:property name="reportState" value="&quot;CONNECTED&quot;"/>
    <we:property name="artifactViewState" value="&quot;live&quot;"/>
    <we:property name="reportEmbeddedTime" value="&quot;2026-06-25T01:56:53.281Z&quot;"/>
    <we:property name="creatorSessionId" value="&quot;4dd4a37e-3ded-4465-9ed7-d425b0e831cb&quot;"/>
    <we:property name="creatorUserId" value="&quot;1003200478A832C3&quot;"/>
    <we:property name="creatorTenantId" value="&quot;7b3480c7-3707-4873-8b77-e216733a65ac&quot;"/>
    <we:property name="pageDisplayName" value="&quot;Page 1&quot;"/>
    <we:property name="pageName" value="&quot;104e6e6ebbc17dad530c&quot;"/>
    <we:property name="reportName" value="&quot;College Major ROI Analysis - Dashboard&quot;"/>
    <we:property name="isVisualContainerHeaderHidden" value="false"/>
    <we:property name="isFiltersActionButtonVisible" value="true"/>
    <we:property name="initialStateBookmark" value="&quot;H4sIAAAAAAAAA+VYbW/bNhD+K4E+rF+MgdS7+i3xXKBI0hjJlg0YiuBInmWmsmRQVBovyH/fkbKXFzhyW6yLh9qAYB6PR97b89C6C5RulxWsPsACg7fBUdN8WoD5dMCDUVCvZWdnx6eH58dXHw5PJyRullY3dRu8vQssmBLtpW47qJwFEv75cRRAVU2hdKMZVC2OgiWatqmh0n9hr0xT1nR4Pwrwdlk1BpzJCwsWndkbUqcx7c1/jmhHkFbf4AVKu5ayGFP6CiF5pkAlEZOk1vYK/mRbVZxpv/24qS3omrZxskhGNMtljrHIIWcQZeDkM13ZtYpYTW6Xhry720QlRiGzkGccQHKGccgYozPY1dLNjsmTsjFaQkXC3pCzc7nxLBwF70yz8BbXsVekOamttis3gHYuGjDqSoEFmvnVG2b3FN7f52jQryQ/lO6Dche89093TmzbPg5epeoWz2bc6KLpjMRznD0M/BnuKSdT01DG/DlO4boxV7J3Z0WztP8lVJ1PNZk/0eQZOel8c2Ja8uaoaym2bfvGq7+gNG4Wy86F9+Cng1Owc1xQDcjhNZO6JMNodF0O6p3AZ7I67USl5cG0oedqUH86X7UuVQcXUmMtsT/Fx3t69BX6KG5fFM+X0rgruKNg3nweGySJcske/VNuUqZRKkOGIi+SVHGVFsVDuR2qG6Bzuwp6etrDsjRYwqZEJt/Nld9qXFAjrxZY2yvj+tgpvOvqdc+yIedmYaxAJDIMmVCFVEqyaJ+cO0WloX7mER/yKI5ZhlwlcZiESkYJEyD3yaPzs/dXF7Ixz9M06BTlJeWcAJKJJAqBsTRPX4K879w0W3rFtSrhTlmtKeYB7XvoDFpqNOr98RyMdTQmrokvHLrfbxiGdrl+xCHjTWN+MY5+pQuEpX944/vUpg72RkFChIgzjLKIJTxnyDKW7eRELhMlpChSGamcE14xnmyt+v+GEB3FgNHt89Gxrqli+Cg4wZn9d9pugEBfxI5zXc799lsoKUo4Yye0aisH7SPwvQYKDFHnTjiQVddS3FEdwXZMaIxCc9R3/y/abG6fVKiT/cqGa4FXALAnt0IPGoIDJ04IBWMy47HMs1jsBA1FaIE8j1JW5DKFiKVqr6jy68mfcQxDamD6U5HITCWyULBPHn0T+dOFRgmVZ4IVMk9YmCGyfXJqF7NtcW43RNBm66n/LzY4UZjLiP4RhzlinhRJzKhPdzZmGuUJ5kxQH4ecJxAm+Q/P5oOtM0joEdsHQv+2ez/OiiziBXP1gFmYRwxf6d7/gzH+QLr2hvTTTKWuNApGJQIxUb/yb88GU2Hx1orm9mkC/OexJFigKf0bwaaz7RIkTqHuoWHZn0uj16Oqg1q5MvC/zQtN6N9GBn4TOo0WFe5Y4N5RbnqWPn8DYZn5oC4VAAA=&quot;"/>
    <we:property name="bookmark" value="&quot;H4sIAAAAAAAAA+VYbW/bNhD+K4Y+rF+MgRRFvfRb47lAsWQz4i0bMBTBkTzLSmXJoKg0bpD/vqNkLy9w5LZYFw91ACM8no73+jy0bgNTNOsSNr/ACoPXwUldf1iB/TDiwTioelkSsxRDgVqmPM5izZkMabdeu6KumuD1beDA5uguiqaF0hsi4V/vxwGU5Qxyv1pA2eA4WKNt6grK4hP2yrTlbIt34wBv1mVtwZucO3DozV6TOq3JBf6joBNBu+Ia56jdVsoijOlPKc0TA0YKpkmt6RU6z/aqeNPd8ZO6clBUdIyXCS1ol+sUI5VCykAk4OWLonRbFbWZ3qwtRXe7S06ESichTzgAJQajkDFGPrjN2u9OKJK8toWGkoS9IW/nYhdZOA7e2nrVWdyWwJDmtHKF2/gFNEtVgzWXBhzQzm+dYXZH6f1jiRa7JykOU/RJuQ3edd/eT2yaPg+dStmunuz41bxurcZzXNwvOh/uqCYzW1PFOj/O4Kq2l7oPZ0O7dP4FlG1XajJ/WlBkFKSPzYvpkVcnbUO5bZpXnfozSpN6tW59ekc/jM7ALXFFPaCHn5lWORlGW1T5oN4pfCSrs1aVhR7NavreDOrPlpvGl2o01wVWGnsv3t/RV9+hD/L2Wfl8royHkjsOlvXHiUWSGF/s8T/tpnUsYh0yVGkmY8NNnGX37fbGXAP57Tvosbdv8txiDrsWmX6zUH6vcEWDvFlh5S6tn2Ov8LattjPLhoJbhJEBJXUYMmUybYxm4piCO0NTQPUkIj4UURSxBLmRUShDo4VkCvQxRXT+67vLua7t0zINBkV1iTkngGRKihAYi9P4Ocj7xkOzZ1b8qBLu5OWWYu7RvofOoKFBo9mfLME6T2PqivjCo/vdjmHolKsHHDLZDeZn4+gXhkBY+mdn/JjG1MPeOJBEiLhAkQgmecqQJSw5yIlcS6O0oquCMCknvGJc7u36/4YQPcWALZqnq5+LijqGj4NTXLh/Z+wGCPRZ7Dgv8mV3/B5KEpIzdkpP7eWgYwS+l0CBIeo8CAe6bBvKO5oT2I8JtTVoT/rp/6mwu9snNer0uKrhR+AFAOzRrbADDcWBEyeEijGd8EinSaQOgoYhtECeiphlqY5BsNgcFVV+OfkzjmFIA0w/KqROjNSZgWOK6KvIny40Rpk0USzTqWRhgsiOKahDzLYnuMMQQYdtt/6/2OBFYaoF/SIOU8RUZjJiNKcHBzMWqcSUKZrjkHMJoUy/ezYfHJ1BQhfsGAj96+79uMgSwTPm+wGTMBUMX+je/50x/kC5job048TEvjUyRi0CEVG/6d6eDZbC4Y1T9c3jAnSfh5JghTbv3gjWrWvWoHEGVQ8N696vAjs96jqojG+D7n/7zBB2byN3M0ifvwHHuGxaBRUAAA==&quot;"/>
    <we:property name="datasetId" value="&quot;0ab112cc-1424-4847-9760-05eace1550ce&quot;"/>
    <we:property name="embedUrl" value="&quot;/reportEmbed?reportId=61231a70-cda9-452e-a1ae-87cf48a9e56d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backgroundColor" value="&quot;#E6E6E6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4E7BD8C-EF88-0343-B494-000AC8DE44A7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embedUrl" value="&quot;/reportEmbed?reportId=61231a70-cda9-452e-a1ae-87cf48a9e56d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bookmark" value="&quot;H4sIAAAAAAAAA+VYbW/bNhD+K4Y+rF+MgRT12m+N5wLFks2It2zAUARH8iwrlSWDotK4gf/7jpK9vMCW22JdNNQBjPB4Ot7r89C693RerwvY/AIr9F57Z1X1YQXmw4h7Y6/sZDzwWciZ8IEHQmIMEbrdam3zqqy91/eeBZOhvcrrBgpniIR/vR97UBQzyNxqAUWNY2+Npq5KKPJP2CnTljUNbsce3q2LyoAzObdg0Zm9JXVaOxd+FHQiKJvf4hyV3UlZgBH9Sal4rEGHgilSqzuF1rODKs50e/ykKi3kJR3jZEIJ2uUqwUAmkDAQMTj5Ii/sTkVupndrQ9Hd75MToFSxz2MOoDhDShVj5IPdrN3uhCLJKpMrKEjYGXJ2rvaR+WPvralWrcVdCTRpTkub241bQL2UFRh9rcEC7fzWGmZbSu8fSzTYPklx6LxLyr33rv12fmJdd3loVYpm9WzHreZVYxRe4uJh0fqwpZrMTEUVa/24gJvKXKsunA3t0vlXUDRtqcn8eU6RUZAuNiemR16dNTXltq5ftepHlCbVat249I5+GF2AXeKKekD1PzMtMzKMJi+zXr1z+EhWZ40scjWaVfS96dWfLTe1K9VornIsFXZevN/SV9ehj/L2Wfk8VsZTyR17y+rjxCBJtCv2+J92UyoSkfIZyiQNI811lKYP7fZG3wL57TroqbdvssxgBvsWmX6zUH4vcUWDvFlhaa+Nm2On8LYpdzPL+oJb+IEGGSrfZ1KnSmvFxJCCu0CdQ/ksIt4XURCwGLkOAz/0tRIhk6CGFNHlr++u56oyz8vUGxTVJeKcAJLJkEiBsSiJjkHeNx6aA7PiRpVwJyt2FPOA9h10ejUNGs3+ZAnGOhqTN8QXDt23e4ahU24ecchkP5ifjaNfGAJh6Z+t8SGNqYO9sRcSIeICRSzoCpAwZDGLT3IiV6GWSqaREjrhhFeMhwe7/r8hREcxYPL6+ernvKSO4WPvHBf23xm7HgI9ih2XebZsjz9ASYLuXeycnjrIQUMEvpdAgT7qPAkHqmhqyjvqMziMCZXRaM666f8pN/vbJzXqdFjVcCPwAgD25FbYgobkwIkTfMmYinmgkjiQJ0FDE1ogT0TE0kRFIFikB0WVX07+jKPvux9OTIUq1qFKNQwpoq8if7rQaKmTWLJUJSHzY0Q2pKBOMduB4E5DBB222/r/YoMT+YkS9IvYTxCTMA0DRnN6cjAjkYSYMElz7HMegh8m3z2b945OL6ELNgRC/7p7Py7SWPCUuX7A2E8Ewxe6939njN9TrsGQfhTryLVGyqhFICDq1+3bs95SWLyzsrp7WoD281jirdBk7RvBqrH1GhTOoOygYd35lWOrR10HpXZt0P5vjgxh+zZyP4P0+Rs4MuuPBRUAAA==&quot;"/>
    <we:property name="datasetId" value="&quot;0ab112cc-1424-4847-9760-05eace1550ce&quot;"/>
    <we:property name="pageName" value="&quot;104e6e6ebbc17dad530c&quot;"/>
    <we:property name="reportUrl" value="&quot;/groups/me/reports/61231a70-cda9-452e-a1ae-87cf48a9e56d/104e6e6ebbc17dad530c&quot;"/>
    <we:property name="reportName" value="&quot;College Major ROI Analysis - Dashboard&quot;"/>
    <we:property name="reportState" value="&quot;CONNECTED&quot;"/>
    <we:property name="pageDisplayName" value="&quot;Page 1&quot;"/>
    <we:property name="backgroundColor" value="&quot;#E6E6E6&quot;"/>
    <we:property name="initialStateBookmark" value="&quot;H4sIAAAAAAAAA+VYbW/bNhD+K4E+rF+MgdS7+i3xXKBI0hjJlg0YiuBInmWmsmRQVBovyH/fkbKXFzhyW6yLh9qAYB6PR97b89C6C5RulxWsPsACg7fBUdN8WoD5dMCDUVCvZWdnx6eH58dXHw5PJyRullY3dRu8vQssmBLtpW47qJwFEv75cRRAVU2hdKMZVC2OgiWatqmh0n9hr0xT1nR4Pwrwdlk1BpzJCwsWndkbUqcx7c1/jmhHkFbf4AVKu5ayGFP6CiF5pkAlEZOk1vYK/mRbVZxpv/24qS3omrZxskhGNMtljrHIIWcQZeDkM13ZtYpYTW6Xhry720QlRiGzkGccQHKGccgYozPY1dLNjsmTsjFaQkXC3pCzc7nxLBwF70yz8BbXsVekOamttis3gHYuGjDqSoEFmvnVG2b3FN7f52jQryQ/lO6Dche89093TmzbPg5epeoWz2bc6KLpjMRznD0M/BnuKSdT01DG/DlO4boxV7J3Z0WztP8lVJ1PNZk/0eQZOel8c2Ja8uaoaym2bfvGq7+gNG4Wy86F9+Cng1Owc1xQDcjhNZO6JMNodF0O6p3AZ7I67USl5cG0oedqUH86X7UuVQcXUmMtsT/Fx3t69BX6KG5fFM+X0rgruKNg3nweGySJcske/VNuUqZRKkOGIi+SVHGVFsVDuR2qG6Bzuwp6etrDsjRYwqZEJt/Nld9qXFAjrxZY2yvj+tgpvOvqdc+yIedmYaxAJDIMmVCFVEqyaJ+cO0WloX7mER/yKI5ZhlwlcZiESkYJEyD3yaPzs/dXF7Ixz9M06BTlJeWcAJKJJAqBsTRPX4K879w0W3rFtSrhTlmtKeYB7XvoDFpqNOr98RyMdTQmrokvHLrfbxiGdrl+xCHjTWN+MY5+pQuEpX944/vUpg72RkFChIgzjLKIJTxnyDKW7eRELhMlpChSGamcE14xnmyt+v+GEB3FgNHt89Gxrqli+Cg4wZn9d9pugEBfxI5zXc799lsoKUo4Yye0aisH7SPwvQYKDFHnTjiQVddS3FEdwXZMaIxCc9R3/y/abG6fVKiT/cqGa4FXALAnt0IPGoIDJ04IBWMy47HMs1jsBA1FaIE8j1JW5DKFiKVqr6jy68mfcQxDamD6U5HITCWyULBPHn0T+dOFRgmVZ4IVMk9YmCGyfXJqF7NtcW43RNBm66n/LzY4UZjLiP4RhzlinhRJzKhPdzZmGuUJ5kxQH4ecJxAm+Q/P5oOtM0joEdsHQv+2ez/OiiziBXP1gFmYRwxf6d7/gzH+QLr2hvTTTKWuNApGJQIxUb/yb88GU2Hx1orm9mkC/OexJFigKf0bwaaz7RIkTqHuoWHZn0uj16Oqg1q5MvC/zQtN6N9GBn4TOo0WFe5Y4N5RbnqWPn8DYZn5oC4VAAA=&quot;"/>
    <we:property name="isFiltersActionButtonVisible" value="true"/>
    <we:property name="isVisualContainerHeaderHidden" value="false"/>
    <we:property name="reportEmbeddedTime" value="&quot;2026-06-25T01:57:20.305Z&quot;"/>
    <we:property name="creatorTenantId" value="&quot;7b3480c7-3707-4873-8b77-e216733a65ac&quot;"/>
    <we:property name="creatorUserId" value="&quot;1003200478A832C3&quot;"/>
    <we:property name="creatorSessionId" value="&quot;e3fe96a5-244a-406f-bb0f-38a38af1d6d9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Narne, Siri (kcm3dm)</cp:lastModifiedBy>
  <cp:revision>3</cp:revision>
  <dcterms:created xsi:type="dcterms:W3CDTF">2018-06-07T21:39:02Z</dcterms:created>
  <dcterms:modified xsi:type="dcterms:W3CDTF">2026-06-25T01:59:28Z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